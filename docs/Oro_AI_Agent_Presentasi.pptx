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3B82F6"/>
                </a:solidFill>
              </a:defRPr>
            </a:pPr>
            <a:r>
              <a:t>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WhatsApp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</a:defRPr>
            </a:pPr>
            <a:r>
              <a:t>untuk SGA Cakrawala Universe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Notion + WhatsApp + AI Claude = Manajemen Organisasi Tanpa Buka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Presentasi oleh: Tim Ristek SGA Cakrawala  |  Mei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219456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6,300+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Lines of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846320"/>
            <a:ext cx="219456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Anggota Terdaftar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846320"/>
            <a:ext cx="219456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30+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Command &amp; Fitur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59" y="4846320"/>
            <a:ext cx="219456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5212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Project Aktif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Apa Itu Oro?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Oro adalah AI Agent berbasis WhatsApp yang terhubung langsung ke Notion workspace SGA Cakrawala Universe.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500" b="0">
                <a:solidFill>
                  <a:srgbClr val="94A3B8"/>
                </a:solidFill>
              </a:defRPr>
            </a:pPr>
            <a:r>
              <a:t>Bahasa Indonesia: Natural — chat biasa, bukan command kaku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500" b="0">
                <a:solidFill>
                  <a:srgbClr val="94A3B8"/>
                </a:solidFill>
              </a:defRPr>
            </a:pPr>
            <a:r>
              <a:t>Platform: WhatsApp (via Evolution API)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500" b="0">
                <a:solidFill>
                  <a:srgbClr val="94A3B8"/>
                </a:solidFill>
              </a:defRPr>
            </a:pPr>
            <a:r>
              <a:t>AI Engine: Anthropic Claude (via API)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500" b="0">
                <a:solidFill>
                  <a:srgbClr val="94A3B8"/>
                </a:solidFill>
              </a:defRPr>
            </a:pPr>
            <a:r>
              <a:t>Database: Notion (Backlog, Projects, Divisions, Members)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500" b="0">
                <a:solidFill>
                  <a:srgbClr val="94A3B8"/>
                </a:solidFill>
              </a:defRPr>
            </a:pPr>
            <a:r>
              <a:t>Personality: Ceria, jenaka, ramah — kayak temen ngobrol yang cerdas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500" b="0">
                <a:solidFill>
                  <a:srgbClr val="94A3B8"/>
                </a:solidFill>
              </a:defRPr>
            </a:pPr>
            <a:r>
              <a:t>Nama: Oro (Roro) — bot asisten resmi SGA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Arsitektur Sistem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21945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WhatsApp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Chat biasa ke nomor bot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29718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971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Evolution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Terima pesan, forward webhook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3749039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94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Fastify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0233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Webhook handler + rate limit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4526279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71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AI Agent (Oro)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8005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Claude AI + intent detection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53035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Notion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CRUD backlog, tiket,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Fitur 1: Pembuatan Tiket Otomatis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User cukup chat biasa dalam bahasa Indonesia — AI otomatis detect dan buat tiket di Notion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Contoh Pesan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"tolong buatin fitur login buat ristek, assign ke iqbal dan raihan, deadline 30 mei, urgent"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51560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Yang Terjadi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AI extract: judul, deskripsi profesional, divisi Ristek, PIC Iqbal+Raihan, prioritas High, deadline 30 Mei, lalu buat tiket di Notion otomatis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AI rephrase deskripsi jadi bahasa formal profesional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Multi-PIC support (assign beberapa orang sekaligus)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Auto-detect divisi berdasarkan konteks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26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Reviewer assignment (reviewed by 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Project linking otomatis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212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Notifikasi WA otomatis ke PIC yang di-assign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Clarifikasi kalau nama PIC tidak dikenali (conversation state)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Fitur 2: Query &amp; Monitoring Backlog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Command (!) — Cepat &amp; Hemat Token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!list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Lihat semua backlog, dikelompokkan per status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!backlog divisi ristek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Backlog per divisi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!backlog status "In progress"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Filter per status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!backlog search &lt;keyword&gt;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Cari backlog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!stats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Statistik: total, per status, per prioritas, per divisi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!tugas &lt;nama&gt;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Lihat semua tugas seseorang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!detail &lt;tiket&gt;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Detail lengkap tiket + komentar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!projects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Daftar 24 project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!project &lt;nama&gt;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Detail project + backlog items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06B6D4"/>
                </a:solidFill>
              </a:defRPr>
            </a:pPr>
            <a:r>
              <a:t>  !members / !divisions</a:t>
            </a:r>
          </a:p>
          <a:p>
            <a:pPr algn="l">
              <a:spcBef>
                <a:spcPts val="0"/>
              </a:spcBef>
              <a:defRPr sz="1300" b="0">
                <a:solidFill>
                  <a:srgbClr val="94A3B8"/>
                </a:solidFill>
              </a:defRPr>
            </a:pPr>
            <a:r>
              <a:t>    Daftar anggota / divisi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371600"/>
            <a:ext cx="41148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Natural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"cek backlog ristek gimana"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542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"yang statusnya in progress apa aja"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9809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"stats backlog dong"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19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"progress project web sga gimana"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58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"tugas ivander"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"tampilkan tugas satrio"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"detail project landing page"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1755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"list semua backlog"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6144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"statistik backlog"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Fitur 3: Self-Reference &amp; Smart Name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Self-Reference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Oro tahu siapa yang chat dan auto-cek tugasnya: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"cek tugas gw dong" → tugas sender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"backlog aku" → backlog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"cek baglock gw" → typo tetap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"tugas gua ada berapa" → jumlah tugas sender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"cek backlog dong" → auto self-reference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Flow: Nomor WA → contacts.json → nama lengkap → query Notion → tampilkan tiket yang benar</a:t>
            </a:r>
            <a:br/>
            <a:br/>
            <a:r>
              <a:t>101 anggota terdaftar, 120 nickname mappings, fuzzy matching untuk typo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Smart Name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3 layer matching untuk cari anggota: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Layer 1: Exact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"satrio" → Satrio Lehandika Putra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83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Layer 2: Partial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033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"satri" → prefix of "satrio"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Layer 3: Fuzzy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"sastrio" → 1 char diff → Satrio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29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Juga support:</a:t>
            </a:r>
            <a:br/>
            <a:r>
              <a:t>"tugas farhan" → member tasks</a:t>
            </a:r>
            <a:br/>
            <a:r>
              <a:t>"kirim pesan ke faza" → notify member</a:t>
            </a:r>
            <a:br/>
            <a:r>
              <a:t>"tugas yg dipunyai iqbal" → 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Fitur 4: Broadcast &amp; Notifikasi Otomatis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Notifikasi Otomatis ke 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Saat tiket dibuat + PIC di-assign → WA otomatis ke 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Pesan berisi: judul tiket, divisi, prioritas, siapa assign, link Notion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Retry 1x kalau gagal kirim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Personal greeting pakai nama panggilan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Mass Broadcast Task Notification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  "kirim semua notifikasi ke semua anggota" → trigger broadcast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505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  Loop semua 101 anggota → query Notion per orang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9806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  Kirim pesan PERSONAL berisi tugas masing-masing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455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  Skip anggota tanpa task aktif (tidak kirim pesan kosong)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  Rate limit 1 detik per pesan (anti-spam)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6984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Flow Broadcast (Contoh Hasil Nyata)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User: "gw mau lu kirim semua notifikasi ke semua anggota sga sesuai tasknya masing masing"</a:t>
            </a:r>
            <a:br/>
            <a:br/>
            <a:r>
              <a:t>Hasil: 25 notifikasi terkirim ke anggota yang punya task aktif</a:t>
            </a:r>
            <a:br/>
            <a:r>
              <a:t>       76 anggota tidak punya task aktif (di-skip)</a:t>
            </a:r>
            <a:br/>
            <a:r>
              <a:t>       0 gagal — semua WA message terkirim sukses</a:t>
            </a:r>
            <a:br/>
            <a:br/>
            <a:r>
              <a:t>Setiap orang menerima pesan PERSONAL berisi task mereka sendiri — bukan template global.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Fitur 5: Session Memory &amp; Conversation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Masalah Sebelumnya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AI anggap setiap chat = percakapan baru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User tanya "di akun apa gw bisa akses" → malah bikin tiket baru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Context hilang, AI tidak ingat yang tadi dibahas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Tidak ada memory per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Solusi: Session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Setiap nomor HP punya session sendiri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505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Simpan 10 exchange terakhir per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9806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Simpan 20 hasil Notion terakhir untuk follow-up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455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Session TTL 30 menit, auto-cleanup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Tidak ada cross-contamination antar 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69848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Follow-up Detection — AI Paham Konteks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"di akun apa gw bisa akses"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→ Jawab soal akses Notion (BUKAN buat tiket baru)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"siapa pic nya"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→ Tampilkan PIC dari tiket yang tadi dibahas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"deadline kapan"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→ Tampilkan deadline dari konteks terakhir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"statusnya"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892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→ Status tiket dari percakapan sebelumnya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2120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"yang tadi"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440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→ Referensi ke topik yang baru dibahas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"linknya dong"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→ Kirim link Notion dari tiket terakhir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Fitur 6: Update, Modifikasi &amp; Kolaborasi Tiket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Update &amp; Modifikasi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!update TK-xxx status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Update status tiket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!update TK-xxx prioritas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Update prioritas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!close TK-xxx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Tutup tiket (set Done)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!delete TK-xxx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Archive tiket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97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!backlog bulk "Not started" ke "In progress"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26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Update masal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!pic &lt;tiket&gt; &lt;nama&gt;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Assign PIC ke tiket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94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!removepic &lt;tiket&gt; &lt;nama&gt;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235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Hapus PIC dari tiket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Kolaborasi &amp; Detail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!detail &lt;tiket&gt;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Lihat detail lengkap: isi, komentar,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!note &lt;tiket&gt; &lt;catatan&gt;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Tambah catatan ke tiket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!comment &lt;tiket&gt; &lt;komentar&gt;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Tambah komentar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!image &lt;tiket&gt; &lt;url&gt;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Lampirkan gambar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97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!subpage &lt;tiket&gt; &lt;judul&gt;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526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Buat sub-page di bawah tiket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!refresh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Refresh cache dari Notion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394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!db create / !db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6235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  Buat database / lihat schema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Teknologi &amp; Infrastruktur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TypeScript /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Bahasa utama, type-safe, 6,300+ lines of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Anthropic Claude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AI engine untuk natural language understanding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Notion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Database backlog, projects, members, divisions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Evolution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WhatsApp gateway (open source)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Fastify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74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High-performance HTTP server untuk webhook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0604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Containerized deployment, portable &amp; scalable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Cloudflare Tunnel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Secure tunnel untuk webhook dari internet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7492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212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77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Caching layer untuk data Notion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16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101 Anggota  |  11 Divisi  |  24 Project  |  30+ Command  |  120 Nickname Mappings  |  6,300+ LOC  |  32 Unit Tests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Rekomendasi Fitur Baru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High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Deadline Reminder (H-1, H-3)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Overdue Alert (tiket lewat deadline)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7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Daily/Weekly Summary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2335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Notion Webhook 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Group Mention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Medium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Poll/Voting di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43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Export Report (PDF/Image)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8327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Sprint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02335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Access Control (role-based)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663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Voice Message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Future Enhancement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Google Calendar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432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Analytics Dashboard (Web)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38327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Auto-assign by Workload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2335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Template Tiket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663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  Multi-Workspace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457200"/>
            <a:ext cx="4572000" cy="4572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Tinggal Chat, Semua Jadi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Tidak perlu buka Notion. Tidak perlu command rumit.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Cukup ketik dalam bahasa Indonesia natural.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Oro — WhatsApp AI Agent untuk SGA Cakrawala Universe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46320"/>
            <a:ext cx="27432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983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Chat Natural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Bahasa Indonesia, bebas typo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846320"/>
            <a:ext cx="27432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4983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Personal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Kenali 101 anggota, memory per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846320"/>
            <a:ext cx="27432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983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Langsung ke Notion, notifikasi WA otomatis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6217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Terima kasih!  |  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